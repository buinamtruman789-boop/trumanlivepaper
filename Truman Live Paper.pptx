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32653-337D-E8FA-3E9C-01478A8C03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F95053-7357-32D6-CFCE-27352D3F68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ED7DCF-8661-4EE1-71F4-C2F536EF65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02990B-E4D7-9B42-913C-5A504358CBA1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908199-7411-8DFF-1E2E-282B07619A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E1D708-4778-7363-E7DC-0EF7C0B921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262FD-5194-FD4F-A6AE-5A72A8DB27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81984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948A3E-3F0C-4462-648B-80C1430154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601FC8-B8B4-74D2-E49F-364CE8806B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6AB1B5-1D8B-1929-60C8-1DFBE7763C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02990B-E4D7-9B42-913C-5A504358CBA1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18A57F-AC1E-A7EE-0572-959931ECB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447B5E-17AB-B4F4-9009-E1B4762D4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262FD-5194-FD4F-A6AE-5A72A8DB27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62429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B386E-DCBF-E0C7-51D7-9E74867BAA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0622D75-A9D5-7D30-A421-92BF0D3756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DCBFFA-E93D-8E31-38F1-9176C3AA8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02990B-E4D7-9B42-913C-5A504358CBA1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F7C4A5-5CF1-196C-3AF3-A647D39006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C7DB76-ABD6-82F6-6AA5-E79236AB2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262FD-5194-FD4F-A6AE-5A72A8DB27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2059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560FDC-0C38-4146-3C57-84E9A61413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F93659-343C-D8D8-C0D5-E192ED0ABD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5C5E2B-211C-EF4B-417D-3CE8BE86BF9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87A08A3-1BE9-1AE4-A37F-9ED73BAF1B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02990B-E4D7-9B42-913C-5A504358CBA1}" type="datetimeFigureOut">
              <a:rPr lang="en-US" smtClean="0"/>
              <a:t>4/4/26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56F041-F2EB-F796-8932-7FE2281394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8660E5C-3A66-1120-2534-B8E54954D6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262FD-5194-FD4F-A6AE-5A72A8DB27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6661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022EF1-4D86-52A8-87CC-E8A9410817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B79416-E823-8903-E32C-89B9BC02FC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D952645-C236-FEB8-B1F0-281EB5E7ABC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534F536-2657-1E79-C65A-2CE2579E9D5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74A9BBB-4C05-8844-3BCC-C30BBBDF72C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D136E2C-9A0E-CA55-13C7-635E12051E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02990B-E4D7-9B42-913C-5A504358CBA1}" type="datetimeFigureOut">
              <a:rPr lang="en-US" smtClean="0"/>
              <a:t>4/4/26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2F2FE31-EB70-0232-6454-5A31A41C6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D3C79E8-B716-6FAE-1359-0C1C7833D1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262FD-5194-FD4F-A6AE-5A72A8DB27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129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0A4E6-317D-2DF3-4A6E-9A82A9DE3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097027-61A7-6C3C-C9A3-07C1A51E7A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02990B-E4D7-9B42-913C-5A504358CBA1}" type="datetimeFigureOut">
              <a:rPr lang="en-US" smtClean="0"/>
              <a:t>4/4/26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A43BEA-B929-8D8A-A59C-B46CC3205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7CFB418-7441-5458-B5E4-7122D2E21B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262FD-5194-FD4F-A6AE-5A72A8DB27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48169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D0EBC5A-FD5D-FFE1-C5AC-1B98083780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02990B-E4D7-9B42-913C-5A504358CBA1}" type="datetimeFigureOut">
              <a:rPr lang="en-US" smtClean="0"/>
              <a:t>4/4/26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EA339C9-A1C4-5A10-BDDC-5B9E733124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67D139-74C4-D47C-5282-D4B30E17C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262FD-5194-FD4F-A6AE-5A72A8DB27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6025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3CCE48-B41E-A358-4A06-59BA408C1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D2D6C4-5D5B-AAE5-327E-478B7A593A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C9ED21-EBB4-B2C1-59E0-DF4D85A264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A8C5B5B-2B77-6D58-F26C-A31F426966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02990B-E4D7-9B42-913C-5A504358CBA1}" type="datetimeFigureOut">
              <a:rPr lang="en-US" smtClean="0"/>
              <a:t>4/4/26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DE6E9A-D8C5-C5A9-CEC7-1C0281612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1B3F9D-D91E-0880-53AD-3156D3341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262FD-5194-FD4F-A6AE-5A72A8DB27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76838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F6FE2E-4BBB-101E-E931-CA57DC7B7C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4EB3ED-F7BA-5768-F10D-32B185DBA8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348633-552D-D83E-C133-D9E032CB37C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4EB330-68A2-B0B7-A4CB-709614123B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02990B-E4D7-9B42-913C-5A504358CBA1}" type="datetimeFigureOut">
              <a:rPr lang="en-US" smtClean="0"/>
              <a:t>4/4/26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3EB7E5-4D69-A1C5-524B-6B7E54F151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3C9B70E-E208-D2E1-AD3C-CEC82BC6D8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262FD-5194-FD4F-A6AE-5A72A8DB27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98427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DDFAE-401D-468B-BC90-A32D6B2E7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5BB013-072A-6C87-27A6-C33786D6B8D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7281AB-5E0E-BB75-B23F-BF7D72151B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02990B-E4D7-9B42-913C-5A504358CBA1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F0850E-9666-3836-BE0F-3E591D1FE4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A6C8F2-9F63-E53A-8D7C-91DF42BD9B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262FD-5194-FD4F-A6AE-5A72A8DB27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8755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BA9B48-CAA2-EC35-03B5-0E486AB0564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00C32D-7101-0384-AECA-0791C2F0DB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7ECF19-9497-1CE5-F88D-D44A405886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02990B-E4D7-9B42-913C-5A504358CBA1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8E6478F-11F0-6640-5E56-6908BF4ED3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5E39C8-00C6-C9DA-3DCC-2322B7C867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57262FD-5194-FD4F-A6AE-5A72A8DB27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97234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5FEFE4D-73A3-024C-883B-7CEA05FA1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CC70CC-EAF0-0E9D-5006-434FB1EB04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86265BE-E227-F58C-CFDA-F0B1044F642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02990B-E4D7-9B42-913C-5A504358CBA1}" type="datetimeFigureOut">
              <a:rPr lang="en-US" smtClean="0"/>
              <a:t>4/4/26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5D3FE5-8B9E-2F0B-6925-2206DD33C4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8AD3F0-137F-6A8D-9EC2-5A33480128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57262FD-5194-FD4F-A6AE-5A72A8DB27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10295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49B88A-38A6-28B7-4058-5CAF2023C6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5917"/>
            <a:ext cx="9144000" cy="2387600"/>
          </a:xfrm>
        </p:spPr>
        <p:txBody>
          <a:bodyPr anchor="t"/>
          <a:lstStyle/>
          <a:p>
            <a:r>
              <a:rPr lang="en-US" dirty="0" err="1"/>
              <a:t>TrumanLivePaper</a:t>
            </a:r>
            <a:br>
              <a:rPr lang="en-US" dirty="0"/>
            </a:br>
            <a:r>
              <a:rPr lang="en-US" dirty="0"/>
              <a:t>Mountain Shane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695E02-FE5C-32C8-FFCC-66A4358E1E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605636"/>
            <a:ext cx="9144000" cy="1655762"/>
          </a:xfrm>
        </p:spPr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drive.google.com</a:t>
            </a:r>
            <a:r>
              <a:rPr lang="en-US" dirty="0"/>
              <a:t>/file/d/1LA7H8OQyDGfowULOjMC-sJHG9y8VHzdN/</a:t>
            </a:r>
            <a:r>
              <a:rPr lang="en-US" dirty="0" err="1"/>
              <a:t>view?usp</a:t>
            </a:r>
            <a:r>
              <a:rPr lang="en-US" dirty="0"/>
              <a:t>=sharing</a:t>
            </a:r>
          </a:p>
        </p:txBody>
      </p:sp>
    </p:spTree>
    <p:extLst>
      <p:ext uri="{BB962C8B-B14F-4D97-AF65-F5344CB8AC3E}">
        <p14:creationId xmlns:p14="http://schemas.microsoft.com/office/powerpoint/2010/main" val="24644765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0315BC-7FA0-6A5A-A270-35DF669C49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9AA73-60D2-AA21-BC93-A3C76C7F10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45917"/>
            <a:ext cx="9144000" cy="2387600"/>
          </a:xfrm>
        </p:spPr>
        <p:txBody>
          <a:bodyPr anchor="t"/>
          <a:lstStyle/>
          <a:p>
            <a:r>
              <a:rPr lang="en-US" dirty="0" err="1"/>
              <a:t>TrumanLivePaper</a:t>
            </a:r>
            <a:br>
              <a:rPr lang="en-US" dirty="0"/>
            </a:br>
            <a:r>
              <a:rPr lang="en-US" dirty="0" err="1"/>
              <a:t>Suneriser</a:t>
            </a:r>
            <a:r>
              <a:rPr lang="en-US" dirty="0"/>
              <a:t> Minimalist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ED181B-29AE-176E-5F8A-D0AB235F29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1605636"/>
            <a:ext cx="9144000" cy="1655762"/>
          </a:xfrm>
        </p:spPr>
        <p:txBody>
          <a:bodyPr/>
          <a:lstStyle/>
          <a:p>
            <a:r>
              <a:rPr lang="en-US" dirty="0"/>
              <a:t>https://</a:t>
            </a:r>
            <a:r>
              <a:rPr lang="en-US" dirty="0" err="1"/>
              <a:t>drive.google.com</a:t>
            </a:r>
            <a:r>
              <a:rPr lang="en-US" dirty="0"/>
              <a:t>/file/d/1cwbVZ1vuR3hBV6mNGIj6tzpRRlQh1d3c/</a:t>
            </a:r>
            <a:r>
              <a:rPr lang="en-US" dirty="0" err="1"/>
              <a:t>view?usp</a:t>
            </a:r>
            <a:r>
              <a:rPr lang="en-US" dirty="0"/>
              <a:t>=sharing</a:t>
            </a:r>
          </a:p>
        </p:txBody>
      </p:sp>
    </p:spTree>
    <p:extLst>
      <p:ext uri="{BB962C8B-B14F-4D97-AF65-F5344CB8AC3E}">
        <p14:creationId xmlns:p14="http://schemas.microsoft.com/office/powerpoint/2010/main" val="11289753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Macintosh PowerPoint</Application>
  <PresentationFormat>Widescreen</PresentationFormat>
  <Paragraphs>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TrumanLivePaper Mountain Shane</vt:lpstr>
      <vt:lpstr>TrumanLivePaper Suneriser Minimalist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truman bui</dc:creator>
  <cp:lastModifiedBy>truman bui</cp:lastModifiedBy>
  <cp:revision>3</cp:revision>
  <dcterms:created xsi:type="dcterms:W3CDTF">2026-03-22T03:07:54Z</dcterms:created>
  <dcterms:modified xsi:type="dcterms:W3CDTF">2026-04-05T02:19:23Z</dcterms:modified>
</cp:coreProperties>
</file>