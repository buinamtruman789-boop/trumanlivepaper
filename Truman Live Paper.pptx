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32653-337D-E8FA-3E9C-01478A8C03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F95053-7357-32D6-CFCE-27352D3F6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7DCF-8661-4EE1-71F4-C2F536EF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08199-7411-8DFF-1E2E-282B07619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1D708-4778-7363-E7DC-0EF7C0B92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19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48A3E-3F0C-4462-648B-80C14301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01FC8-B8B4-74D2-E49F-364CE8806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AB1B5-1D8B-1929-60C8-1DFBE7763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8A57F-AC1E-A7EE-0572-959931ECB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47B5E-17AB-B4F4-9009-E1B4762D4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B386E-DCBF-E0C7-51D7-9E74867BA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22D75-A9D5-7D30-A421-92BF0D3756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CBFFA-E93D-8E31-38F1-9176C3AA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7C4A5-5CF1-196C-3AF3-A647D3900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7DB76-ABD6-82F6-6AA5-E79236AB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05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0FDC-0C38-4146-3C57-84E9A6141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93659-343C-D8D8-C0D5-E192ED0AB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C5E2B-211C-EF4B-417D-3CE8BE86BF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A08A3-1BE9-1AE4-A37F-9ED73BAF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6F041-F2EB-F796-8932-7FE22813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660E5C-3A66-1120-2534-B8E54954D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661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2EF1-4D86-52A8-87CC-E8A941081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79416-E823-8903-E32C-89B9BC02F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52645-C236-FEB8-B1F0-281EB5E7AB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34F536-2657-1E79-C65A-2CE2579E9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4A9BBB-4C05-8844-3BCC-C30BBBDF72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136E2C-9A0E-CA55-13C7-635E12051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F2FE31-EB70-0232-6454-5A31A41C6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3C79E8-B716-6FAE-1359-0C1C7833D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129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0A4E6-317D-2DF3-4A6E-9A82A9DE3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097027-61A7-6C3C-C9A3-07C1A51E7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A43BEA-B929-8D8A-A59C-B46CC3205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CFB418-7441-5458-B5E4-7122D2E2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16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0EBC5A-FD5D-FFE1-C5AC-1B9808378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339C9-A1C4-5A10-BDDC-5B9E73312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7D139-74C4-D47C-5282-D4B30E17C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02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CCE48-B41E-A358-4A06-59BA408C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2D6C4-5D5B-AAE5-327E-478B7A593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C9ED21-EBB4-B2C1-59E0-DF4D85A264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8C5B5B-2B77-6D58-F26C-A31F42696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DE6E9A-D8C5-C5A9-CEC7-1C028161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B3F9D-D91E-0880-53AD-3156D3341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683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6FE2E-4BBB-101E-E931-CA57DC7B7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4EB3ED-F7BA-5768-F10D-32B185DBA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348633-552D-D83E-C133-D9E032CB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EB330-68A2-B0B7-A4CB-709614123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3EB7E5-4D69-A1C5-524B-6B7E54F15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C9B70E-E208-D2E1-AD3C-CEC82BC6D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2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DFAE-401D-468B-BC90-A32D6B2E7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5BB013-072A-6C87-27A6-C33786D6B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281AB-5E0E-BB75-B23F-BF7D72151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0850E-9666-3836-BE0F-3E591D1FE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6C8F2-9F63-E53A-8D7C-91DF42BD9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875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BA9B48-CAA2-EC35-03B5-0E486AB056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00C32D-7101-0384-AECA-0791C2F0D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ECF19-9497-1CE5-F88D-D44A40588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6478F-11F0-6640-5E56-6908BF4ED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E39C8-00C6-C9DA-3DCC-2322B7C86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23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EFE4D-73A3-024C-883B-7CEA05FA1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CC70CC-EAF0-0E9D-5006-434FB1EB0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265BE-E227-F58C-CFDA-F0B1044F6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02990B-E4D7-9B42-913C-5A504358CBA1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D3FE5-8B9E-2F0B-6925-2206DD33C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AD3F0-137F-6A8D-9EC2-5A3348012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029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9B88A-38A6-28B7-4058-5CAF2023C6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5917"/>
            <a:ext cx="9144000" cy="2387600"/>
          </a:xfrm>
        </p:spPr>
        <p:txBody>
          <a:bodyPr anchor="t"/>
          <a:lstStyle/>
          <a:p>
            <a:r>
              <a:rPr lang="en-US" dirty="0" err="1"/>
              <a:t>TrumanLivePaper</a:t>
            </a:r>
            <a:br>
              <a:rPr lang="en-US" dirty="0"/>
            </a:br>
            <a:r>
              <a:rPr lang="en-US" dirty="0"/>
              <a:t>Mountain Shane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695E02-FE5C-32C8-FFCC-66A4358E1E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05636"/>
            <a:ext cx="9144000" cy="165576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drive.google.com</a:t>
            </a:r>
            <a:r>
              <a:rPr lang="en-US" dirty="0"/>
              <a:t>/file/d/1LA7H8OQyDGfowULOjMC-sJHG9y8VHzdN/</a:t>
            </a:r>
            <a:r>
              <a:rPr lang="en-US" dirty="0" err="1"/>
              <a:t>view?usp</a:t>
            </a:r>
            <a:r>
              <a:rPr lang="en-US" dirty="0"/>
              <a:t>=sharing</a:t>
            </a:r>
          </a:p>
        </p:txBody>
      </p:sp>
    </p:spTree>
    <p:extLst>
      <p:ext uri="{BB962C8B-B14F-4D97-AF65-F5344CB8AC3E}">
        <p14:creationId xmlns:p14="http://schemas.microsoft.com/office/powerpoint/2010/main" val="2464476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315BC-7FA0-6A5A-A270-35DF669C4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9AA73-60D2-AA21-BC93-A3C76C7F1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5917"/>
            <a:ext cx="9144000" cy="2387600"/>
          </a:xfrm>
        </p:spPr>
        <p:txBody>
          <a:bodyPr anchor="t"/>
          <a:lstStyle/>
          <a:p>
            <a:r>
              <a:rPr lang="en-US" dirty="0" err="1"/>
              <a:t>TrumanLivePaper</a:t>
            </a:r>
            <a:br>
              <a:rPr lang="en-US" dirty="0"/>
            </a:br>
            <a:r>
              <a:rPr lang="en-US" dirty="0" err="1"/>
              <a:t>Suneriser</a:t>
            </a:r>
            <a:r>
              <a:rPr lang="en-US" dirty="0"/>
              <a:t> Minimalist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ED181B-29AE-176E-5F8A-D0AB235F2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05636"/>
            <a:ext cx="9144000" cy="165576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drive.google.com</a:t>
            </a:r>
            <a:r>
              <a:rPr lang="en-US" dirty="0"/>
              <a:t>/file/d/1kmnDsk0c8T7A-AwAa-VMPX-5vrpSN2yL/</a:t>
            </a:r>
            <a:r>
              <a:rPr lang="en-US" dirty="0" err="1"/>
              <a:t>view?usp</a:t>
            </a:r>
            <a:r>
              <a:rPr lang="en-US" dirty="0"/>
              <a:t>=sharing</a:t>
            </a:r>
          </a:p>
        </p:txBody>
      </p:sp>
    </p:spTree>
    <p:extLst>
      <p:ext uri="{BB962C8B-B14F-4D97-AF65-F5344CB8AC3E}">
        <p14:creationId xmlns:p14="http://schemas.microsoft.com/office/powerpoint/2010/main" val="1128975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TrumanLivePaper Mountain Shane</vt:lpstr>
      <vt:lpstr>TrumanLivePaper Suneriser Minimalist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truman bui</dc:creator>
  <cp:lastModifiedBy>truman bui</cp:lastModifiedBy>
  <cp:revision>4</cp:revision>
  <dcterms:created xsi:type="dcterms:W3CDTF">2026-03-22T03:07:54Z</dcterms:created>
  <dcterms:modified xsi:type="dcterms:W3CDTF">2026-04-05T16:38:33Z</dcterms:modified>
</cp:coreProperties>
</file>