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11" d="100"/>
          <a:sy n="111" d="100"/>
        </p:scale>
        <p:origin x="4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2653-337D-E8FA-3E9C-01478A8C0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95053-7357-32D6-CFCE-27352D3F6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7DCF-8661-4EE1-71F4-C2F536EF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08199-7411-8DFF-1E2E-282B0761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D708-4778-7363-E7DC-0EF7C0B9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9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8A3E-3F0C-4462-648B-80C143015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01FC8-B8B4-74D2-E49F-364CE8806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AB1B5-1D8B-1929-60C8-1DFBE776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8A57F-AC1E-A7EE-0572-959931EC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47B5E-17AB-B4F4-9009-E1B4762D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2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B386E-DCBF-E0C7-51D7-9E74867B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22D75-A9D5-7D30-A421-92BF0D375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CBFFA-E93D-8E31-38F1-9176C3AA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C4A5-5CF1-196C-3AF3-A647D390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7DB76-ABD6-82F6-6AA5-E79236AB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05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0FDC-0C38-4146-3C57-84E9A6141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3659-343C-D8D8-C0D5-E192ED0AB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C5E2B-211C-EF4B-417D-3CE8BE86B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A08A3-1BE9-1AE4-A37F-9ED73BAF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6F041-F2EB-F796-8932-7FE22813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60E5C-3A66-1120-2534-B8E54954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6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22EF1-4D86-52A8-87CC-E8A941081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79416-E823-8903-E32C-89B9BC02F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52645-C236-FEB8-B1F0-281EB5E7A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4F536-2657-1E79-C65A-2CE2579E9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A9BBB-4C05-8844-3BCC-C30BBBDF7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136E2C-9A0E-CA55-13C7-635E1205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2FE31-EB70-0232-6454-5A31A41C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C79E8-B716-6FAE-1359-0C1C7833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2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A4E6-317D-2DF3-4A6E-9A82A9DE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97027-61A7-6C3C-C9A3-07C1A51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A43BEA-B929-8D8A-A59C-B46CC320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FB418-7441-5458-B5E4-7122D2E2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EBC5A-FD5D-FFE1-C5AC-1B980837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339C9-A1C4-5A10-BDDC-5B9E7331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D139-74C4-D47C-5282-D4B30E17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0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CE48-B41E-A358-4A06-59BA408C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2D6C4-5D5B-AAE5-327E-478B7A593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9ED21-EBB4-B2C1-59E0-DF4D85A2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C5B5B-2B77-6D58-F26C-A31F42696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E6E9A-D8C5-C5A9-CEC7-1C028161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B3F9D-D91E-0880-53AD-3156D334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8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FE2E-4BBB-101E-E931-CA57DC7B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EB3ED-F7BA-5768-F10D-32B185DBA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48633-552D-D83E-C133-D9E032CB3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B330-68A2-B0B7-A4CB-70961412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EB7E5-4D69-A1C5-524B-6B7E54F1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9B70E-E208-D2E1-AD3C-CEC82BC6D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DFAE-401D-468B-BC90-A32D6B2E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BB013-072A-6C87-27A6-C33786D6B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281AB-5E0E-BB75-B23F-BF7D7215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0850E-9666-3836-BE0F-3E591D1F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6C8F2-9F63-E53A-8D7C-91DF42BD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75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A9B48-CAA2-EC35-03B5-0E486AB05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0C32D-7101-0384-AECA-0791C2F0D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ECF19-9497-1CE5-F88D-D44A4058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6478F-11F0-6640-5E56-6908BF4E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E39C8-00C6-C9DA-3DCC-2322B7C8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2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EFE4D-73A3-024C-883B-7CEA05FA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C70CC-EAF0-0E9D-5006-434FB1EB0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265BE-E227-F58C-CFDA-F0B1044F6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2990B-E4D7-9B42-913C-5A504358CBA1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D3FE5-8B9E-2F0B-6925-2206DD33C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D3F0-137F-6A8D-9EC2-5A3348012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262FD-5194-FD4F-A6AE-5A72A8DB2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2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B88A-38A6-28B7-4058-5CAF2023C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917"/>
            <a:ext cx="9144000" cy="2387600"/>
          </a:xfrm>
        </p:spPr>
        <p:txBody>
          <a:bodyPr anchor="t"/>
          <a:lstStyle/>
          <a:p>
            <a:r>
              <a:rPr lang="en-US" dirty="0" err="1"/>
              <a:t>TrumanLivePaper</a:t>
            </a:r>
            <a:br>
              <a:rPr lang="en-US" dirty="0"/>
            </a:br>
            <a:r>
              <a:rPr lang="en-US" dirty="0"/>
              <a:t>Mac Edition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95E02-FE5C-32C8-FFCC-66A4358E1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5636"/>
            <a:ext cx="9144000" cy="1655762"/>
          </a:xfrm>
        </p:spPr>
        <p:txBody>
          <a:bodyPr/>
          <a:lstStyle/>
          <a:p>
            <a:r>
              <a:rPr lang="en-US" dirty="0"/>
              <a:t>Link https://</a:t>
            </a:r>
            <a:r>
              <a:rPr lang="en-US" dirty="0" err="1"/>
              <a:t>drive.google.com</a:t>
            </a:r>
            <a:r>
              <a:rPr lang="en-US" dirty="0"/>
              <a:t>/file/d/1mV3jQX0y-S2cnAfvItSbpjEmBxWZP4zr/</a:t>
            </a:r>
            <a:r>
              <a:rPr lang="en-US" dirty="0" err="1"/>
              <a:t>view?usp</a:t>
            </a:r>
            <a:r>
              <a:rPr lang="en-US"/>
              <a:t>=sharing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476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TrumanLivePaper Mac Edition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truman bui</dc:creator>
  <cp:lastModifiedBy>truman bui</cp:lastModifiedBy>
  <cp:revision>1</cp:revision>
  <dcterms:created xsi:type="dcterms:W3CDTF">2026-03-22T03:07:54Z</dcterms:created>
  <dcterms:modified xsi:type="dcterms:W3CDTF">2026-03-22T03:09:39Z</dcterms:modified>
</cp:coreProperties>
</file>